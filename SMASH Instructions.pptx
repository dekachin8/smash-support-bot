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70" r:id="rId3"/>
    <p:sldId id="273" r:id="rId4"/>
    <p:sldId id="272" r:id="rId5"/>
    <p:sldId id="275" r:id="rId6"/>
    <p:sldId id="27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40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83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12ADD1-5A84-4F22-BEED-692BF60E595E}" type="doc">
      <dgm:prSet loTypeId="urn:microsoft.com/office/officeart/2005/8/layout/vList2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2B970DC-873B-4DED-BF5F-83FBE225B1BD}">
      <dgm:prSet/>
      <dgm:spPr/>
      <dgm:t>
        <a:bodyPr/>
        <a:lstStyle/>
        <a:p>
          <a:r>
            <a:rPr lang="en-US"/>
            <a:t>Use the browser, </a:t>
          </a:r>
          <a:r>
            <a:rPr lang="en-US" b="1"/>
            <a:t>NOT THE APP.</a:t>
          </a:r>
          <a:r>
            <a:rPr lang="en-US"/>
            <a:t> </a:t>
          </a:r>
        </a:p>
      </dgm:t>
    </dgm:pt>
    <dgm:pt modelId="{3D77D16A-20FB-4984-A8ED-041C2B4745E3}" type="parTrans" cxnId="{959ADBDE-74BC-464D-A1ED-88726865D1DA}">
      <dgm:prSet/>
      <dgm:spPr/>
      <dgm:t>
        <a:bodyPr/>
        <a:lstStyle/>
        <a:p>
          <a:endParaRPr lang="en-US"/>
        </a:p>
      </dgm:t>
    </dgm:pt>
    <dgm:pt modelId="{F3EF51C2-CF08-4F10-8072-0B0FD00598C8}" type="sibTrans" cxnId="{959ADBDE-74BC-464D-A1ED-88726865D1DA}">
      <dgm:prSet/>
      <dgm:spPr/>
      <dgm:t>
        <a:bodyPr/>
        <a:lstStyle/>
        <a:p>
          <a:endParaRPr lang="en-US"/>
        </a:p>
      </dgm:t>
    </dgm:pt>
    <dgm:pt modelId="{47629AA4-2108-444C-9542-37EC20AE822F}">
      <dgm:prSet/>
      <dgm:spPr/>
      <dgm:t>
        <a:bodyPr/>
        <a:lstStyle/>
        <a:p>
          <a:r>
            <a:rPr lang="en-US" dirty="0"/>
            <a:t>Find a location with a very </a:t>
          </a:r>
          <a:r>
            <a:rPr lang="en-US" b="1" dirty="0"/>
            <a:t>strong</a:t>
          </a:r>
          <a:r>
            <a:rPr lang="en-US" dirty="0"/>
            <a:t> and </a:t>
          </a:r>
          <a:r>
            <a:rPr lang="en-US" b="1" dirty="0"/>
            <a:t>stable internet connection</a:t>
          </a:r>
          <a:r>
            <a:rPr lang="en-US" dirty="0"/>
            <a:t>. </a:t>
          </a:r>
        </a:p>
      </dgm:t>
    </dgm:pt>
    <dgm:pt modelId="{1ADEF32D-4DAD-41BE-A354-3EF85E4428AE}" type="parTrans" cxnId="{B0F054C0-3349-4A33-9C99-8529A7EA2C04}">
      <dgm:prSet/>
      <dgm:spPr/>
      <dgm:t>
        <a:bodyPr/>
        <a:lstStyle/>
        <a:p>
          <a:endParaRPr lang="en-US"/>
        </a:p>
      </dgm:t>
    </dgm:pt>
    <dgm:pt modelId="{F0815B15-C65D-444F-A862-433DCD0EED05}" type="sibTrans" cxnId="{B0F054C0-3349-4A33-9C99-8529A7EA2C04}">
      <dgm:prSet/>
      <dgm:spPr/>
      <dgm:t>
        <a:bodyPr/>
        <a:lstStyle/>
        <a:p>
          <a:endParaRPr lang="en-US"/>
        </a:p>
      </dgm:t>
    </dgm:pt>
    <dgm:pt modelId="{217A91E6-B87B-4C75-ABC3-CE3967C6BC58}">
      <dgm:prSet/>
      <dgm:spPr/>
      <dgm:t>
        <a:bodyPr/>
        <a:lstStyle/>
        <a:p>
          <a:r>
            <a:rPr lang="en-US" dirty="0"/>
            <a:t>You need to have </a:t>
          </a:r>
          <a:r>
            <a:rPr lang="en-US" b="1" dirty="0"/>
            <a:t>sufficient time</a:t>
          </a:r>
          <a:r>
            <a:rPr lang="en-US" dirty="0"/>
            <a:t> to answer the test </a:t>
          </a:r>
          <a:r>
            <a:rPr lang="en-US" b="1" dirty="0"/>
            <a:t>without stopping</a:t>
          </a:r>
          <a:r>
            <a:rPr lang="en-US" dirty="0"/>
            <a:t>. </a:t>
          </a:r>
        </a:p>
      </dgm:t>
    </dgm:pt>
    <dgm:pt modelId="{B7B59EA2-C562-4537-A087-9CCEA70204A5}" type="parTrans" cxnId="{6F2CD3EA-F8A1-44F4-B5E4-D867E00D8CD3}">
      <dgm:prSet/>
      <dgm:spPr/>
      <dgm:t>
        <a:bodyPr/>
        <a:lstStyle/>
        <a:p>
          <a:endParaRPr lang="en-US"/>
        </a:p>
      </dgm:t>
    </dgm:pt>
    <dgm:pt modelId="{70891BBE-58D6-47DD-BA8A-18179B840D67}" type="sibTrans" cxnId="{6F2CD3EA-F8A1-44F4-B5E4-D867E00D8CD3}">
      <dgm:prSet/>
      <dgm:spPr/>
      <dgm:t>
        <a:bodyPr/>
        <a:lstStyle/>
        <a:p>
          <a:endParaRPr lang="en-US"/>
        </a:p>
      </dgm:t>
    </dgm:pt>
    <dgm:pt modelId="{4A9F526A-4F4F-44B8-9CBF-73699E4537BF}" type="pres">
      <dgm:prSet presAssocID="{4812ADD1-5A84-4F22-BEED-692BF60E595E}" presName="linear" presStyleCnt="0">
        <dgm:presLayoutVars>
          <dgm:animLvl val="lvl"/>
          <dgm:resizeHandles val="exact"/>
        </dgm:presLayoutVars>
      </dgm:prSet>
      <dgm:spPr/>
    </dgm:pt>
    <dgm:pt modelId="{10AF3433-3165-4354-A33F-B948D174736A}" type="pres">
      <dgm:prSet presAssocID="{12B970DC-873B-4DED-BF5F-83FBE225B1B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8314C70-5C8A-4106-B6C5-CEBB02888ECC}" type="pres">
      <dgm:prSet presAssocID="{F3EF51C2-CF08-4F10-8072-0B0FD00598C8}" presName="spacer" presStyleCnt="0"/>
      <dgm:spPr/>
    </dgm:pt>
    <dgm:pt modelId="{68709E2A-5CC5-4F72-8CEB-A43FEE052A76}" type="pres">
      <dgm:prSet presAssocID="{47629AA4-2108-444C-9542-37EC20AE822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090441E-DE7A-46C9-96E1-70788FA8B603}" type="pres">
      <dgm:prSet presAssocID="{F0815B15-C65D-444F-A862-433DCD0EED05}" presName="spacer" presStyleCnt="0"/>
      <dgm:spPr/>
    </dgm:pt>
    <dgm:pt modelId="{6CD8AF55-EDC0-4F66-8C61-9047684DA28C}" type="pres">
      <dgm:prSet presAssocID="{217A91E6-B87B-4C75-ABC3-CE3967C6BC5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4974507-B7D1-47AB-8612-D8774C9B3959}" type="presOf" srcId="{47629AA4-2108-444C-9542-37EC20AE822F}" destId="{68709E2A-5CC5-4F72-8CEB-A43FEE052A76}" srcOrd="0" destOrd="0" presId="urn:microsoft.com/office/officeart/2005/8/layout/vList2"/>
    <dgm:cxn modelId="{31C36C41-C0F1-498B-8A9F-22DCD83B656C}" type="presOf" srcId="{217A91E6-B87B-4C75-ABC3-CE3967C6BC58}" destId="{6CD8AF55-EDC0-4F66-8C61-9047684DA28C}" srcOrd="0" destOrd="0" presId="urn:microsoft.com/office/officeart/2005/8/layout/vList2"/>
    <dgm:cxn modelId="{CCBFDF61-EA31-4E0E-BEAF-FA30C3579299}" type="presOf" srcId="{4812ADD1-5A84-4F22-BEED-692BF60E595E}" destId="{4A9F526A-4F4F-44B8-9CBF-73699E4537BF}" srcOrd="0" destOrd="0" presId="urn:microsoft.com/office/officeart/2005/8/layout/vList2"/>
    <dgm:cxn modelId="{9DAD5B7E-9D4D-486A-B511-D68B4EA8FEB5}" type="presOf" srcId="{12B970DC-873B-4DED-BF5F-83FBE225B1BD}" destId="{10AF3433-3165-4354-A33F-B948D174736A}" srcOrd="0" destOrd="0" presId="urn:microsoft.com/office/officeart/2005/8/layout/vList2"/>
    <dgm:cxn modelId="{B0F054C0-3349-4A33-9C99-8529A7EA2C04}" srcId="{4812ADD1-5A84-4F22-BEED-692BF60E595E}" destId="{47629AA4-2108-444C-9542-37EC20AE822F}" srcOrd="1" destOrd="0" parTransId="{1ADEF32D-4DAD-41BE-A354-3EF85E4428AE}" sibTransId="{F0815B15-C65D-444F-A862-433DCD0EED05}"/>
    <dgm:cxn modelId="{959ADBDE-74BC-464D-A1ED-88726865D1DA}" srcId="{4812ADD1-5A84-4F22-BEED-692BF60E595E}" destId="{12B970DC-873B-4DED-BF5F-83FBE225B1BD}" srcOrd="0" destOrd="0" parTransId="{3D77D16A-20FB-4984-A8ED-041C2B4745E3}" sibTransId="{F3EF51C2-CF08-4F10-8072-0B0FD00598C8}"/>
    <dgm:cxn modelId="{6F2CD3EA-F8A1-44F4-B5E4-D867E00D8CD3}" srcId="{4812ADD1-5A84-4F22-BEED-692BF60E595E}" destId="{217A91E6-B87B-4C75-ABC3-CE3967C6BC58}" srcOrd="2" destOrd="0" parTransId="{B7B59EA2-C562-4537-A087-9CCEA70204A5}" sibTransId="{70891BBE-58D6-47DD-BA8A-18179B840D67}"/>
    <dgm:cxn modelId="{CED1F56B-76D5-48B0-B0A7-3BB5A4C2F485}" type="presParOf" srcId="{4A9F526A-4F4F-44B8-9CBF-73699E4537BF}" destId="{10AF3433-3165-4354-A33F-B948D174736A}" srcOrd="0" destOrd="0" presId="urn:microsoft.com/office/officeart/2005/8/layout/vList2"/>
    <dgm:cxn modelId="{0BD4931E-783F-44DB-8F17-22B86DFF34CA}" type="presParOf" srcId="{4A9F526A-4F4F-44B8-9CBF-73699E4537BF}" destId="{88314C70-5C8A-4106-B6C5-CEBB02888ECC}" srcOrd="1" destOrd="0" presId="urn:microsoft.com/office/officeart/2005/8/layout/vList2"/>
    <dgm:cxn modelId="{0BBFC44F-E31C-4090-A9ED-1F688A2D203A}" type="presParOf" srcId="{4A9F526A-4F4F-44B8-9CBF-73699E4537BF}" destId="{68709E2A-5CC5-4F72-8CEB-A43FEE052A76}" srcOrd="2" destOrd="0" presId="urn:microsoft.com/office/officeart/2005/8/layout/vList2"/>
    <dgm:cxn modelId="{B01E9246-2581-4158-A621-5277B5B34082}" type="presParOf" srcId="{4A9F526A-4F4F-44B8-9CBF-73699E4537BF}" destId="{8090441E-DE7A-46C9-96E1-70788FA8B603}" srcOrd="3" destOrd="0" presId="urn:microsoft.com/office/officeart/2005/8/layout/vList2"/>
    <dgm:cxn modelId="{2F8856E8-4CBE-45A6-BAD9-66CAD1246E03}" type="presParOf" srcId="{4A9F526A-4F4F-44B8-9CBF-73699E4537BF}" destId="{6CD8AF55-EDC0-4F66-8C61-9047684DA28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AF3433-3165-4354-A33F-B948D174736A}">
      <dsp:nvSpPr>
        <dsp:cNvPr id="0" name=""/>
        <dsp:cNvSpPr/>
      </dsp:nvSpPr>
      <dsp:spPr>
        <a:xfrm>
          <a:off x="0" y="53124"/>
          <a:ext cx="11132820" cy="119778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Use the browser, </a:t>
          </a:r>
          <a:r>
            <a:rPr lang="en-US" sz="3000" b="1" kern="1200"/>
            <a:t>NOT THE APP.</a:t>
          </a:r>
          <a:r>
            <a:rPr lang="en-US" sz="3000" kern="1200"/>
            <a:t> </a:t>
          </a:r>
        </a:p>
      </dsp:txBody>
      <dsp:txXfrm>
        <a:off x="58471" y="111595"/>
        <a:ext cx="11015878" cy="1080845"/>
      </dsp:txXfrm>
    </dsp:sp>
    <dsp:sp modelId="{68709E2A-5CC5-4F72-8CEB-A43FEE052A76}">
      <dsp:nvSpPr>
        <dsp:cNvPr id="0" name=""/>
        <dsp:cNvSpPr/>
      </dsp:nvSpPr>
      <dsp:spPr>
        <a:xfrm>
          <a:off x="0" y="1337311"/>
          <a:ext cx="11132820" cy="119778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Find a location with a very </a:t>
          </a:r>
          <a:r>
            <a:rPr lang="en-US" sz="3000" b="1" kern="1200" dirty="0"/>
            <a:t>strong</a:t>
          </a:r>
          <a:r>
            <a:rPr lang="en-US" sz="3000" kern="1200" dirty="0"/>
            <a:t> and </a:t>
          </a:r>
          <a:r>
            <a:rPr lang="en-US" sz="3000" b="1" kern="1200" dirty="0"/>
            <a:t>stable internet connection</a:t>
          </a:r>
          <a:r>
            <a:rPr lang="en-US" sz="3000" kern="1200" dirty="0"/>
            <a:t>. </a:t>
          </a:r>
        </a:p>
      </dsp:txBody>
      <dsp:txXfrm>
        <a:off x="58471" y="1395782"/>
        <a:ext cx="11015878" cy="1080845"/>
      </dsp:txXfrm>
    </dsp:sp>
    <dsp:sp modelId="{6CD8AF55-EDC0-4F66-8C61-9047684DA28C}">
      <dsp:nvSpPr>
        <dsp:cNvPr id="0" name=""/>
        <dsp:cNvSpPr/>
      </dsp:nvSpPr>
      <dsp:spPr>
        <a:xfrm>
          <a:off x="0" y="2621499"/>
          <a:ext cx="11132820" cy="119778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You need to have </a:t>
          </a:r>
          <a:r>
            <a:rPr lang="en-US" sz="3000" b="1" kern="1200" dirty="0"/>
            <a:t>sufficient time</a:t>
          </a:r>
          <a:r>
            <a:rPr lang="en-US" sz="3000" kern="1200" dirty="0"/>
            <a:t> to answer the test </a:t>
          </a:r>
          <a:r>
            <a:rPr lang="en-US" sz="3000" b="1" kern="1200" dirty="0"/>
            <a:t>without stopping</a:t>
          </a:r>
          <a:r>
            <a:rPr lang="en-US" sz="3000" kern="1200" dirty="0"/>
            <a:t>. </a:t>
          </a:r>
        </a:p>
      </dsp:txBody>
      <dsp:txXfrm>
        <a:off x="58471" y="2679970"/>
        <a:ext cx="11015878" cy="10808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334AE-F4ED-98B2-4BCE-C7FE2A6C1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BE8175-B4B7-A44E-52AF-077A709C1B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19C5A-443E-E1F5-E30B-DFEE26D31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3C0AA-E0C1-45B1-B2ED-CB3EE6A54F9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513CA-CA18-093D-2508-F428FF426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SMASH Education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3A87C-72AD-B17A-213E-740D36D1A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F9AFA-57D5-40A1-9B22-CDBDD59F5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448542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BBE68-FE45-EDE6-9068-CA0AA7822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F518C-A394-A544-E6E6-D7F8213C3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00CCF-A2C4-9210-FE29-33E31AE67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3C0AA-E0C1-45B1-B2ED-CB3EE6A54F9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10281-93C6-A4F5-FEC6-6D63533A2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SMASH Education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68321-DDDC-DF7A-D041-4AA9029D7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F9AFA-57D5-40A1-9B22-CDBDD59F5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4084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D95DB-84DD-B5D1-5725-8C6878573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944F0-9D04-3D75-1128-E8D1DB664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C8CD2-57E6-6201-8CC1-2D324AE65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3C0AA-E0C1-45B1-B2ED-CB3EE6A54F9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A104B-85B9-FEE3-D559-7EA6B4211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SMASH Education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E3BC5-EFD4-75D4-F568-0746F433D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F9AFA-57D5-40A1-9B22-CDBDD59F5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472071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B6FCB-76F7-1B33-A06B-46BC275A9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F96BB-71D7-3C35-9281-E4A93B9FD8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EC87C5-4477-DBD4-C3AB-E45E5926EE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2E546-54BF-46DA-FFF1-273A4478A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3C0AA-E0C1-45B1-B2ED-CB3EE6A54F9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903CD-AD79-ACB5-46DB-7A0910869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SMASH Education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B7B62-AB04-0A6F-D7D1-11178B4CE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F9AFA-57D5-40A1-9B22-CDBDD59F5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924424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CDE33-03D4-EDFC-2435-EE9ED0551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0FCAA-6DB6-4A94-A8F6-281829F3C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6EB83E-E62A-0EB1-66CB-88384B221E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BB94B8-2B16-2C34-4DC5-C198B9FE54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9DC880-EB02-5C88-9FF6-CEC263FAB9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24849E-D303-FE45-E6EA-F181E23A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3C0AA-E0C1-45B1-B2ED-CB3EE6A54F9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4C5649-618F-51C0-4C86-57A947076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SMASH Education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BB2806-C1D6-C4F5-F61A-7F7112674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F9AFA-57D5-40A1-9B22-CDBDD59F5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12731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381E3-B84E-4CD8-91EF-1E1C2664F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F56624-F46E-A6E7-9725-8E0369169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3C0AA-E0C1-45B1-B2ED-CB3EE6A54F9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DF6365-190E-F93A-6DEC-DC64E0988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SMASH Education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0F2424-A352-DAB1-76C0-79B365085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F9AFA-57D5-40A1-9B22-CDBDD59F5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787550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141083-177F-5FFD-034D-669254D51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3C0AA-E0C1-45B1-B2ED-CB3EE6A54F9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123E31-334B-F134-C419-B6C6D95B2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SMASH Education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818AC-8048-3EC7-856F-B8B03F539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F9AFA-57D5-40A1-9B22-CDBDD59F5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152380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B957F-2E6A-3F27-512B-C91715671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0EE48-6FF4-C1F7-EF28-F4760CABA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1C307F-5CF6-C3E5-62EE-3FF9D5F605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B0CAE8-C888-C9F6-AA12-9D0960E58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3C0AA-E0C1-45B1-B2ED-CB3EE6A54F9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70229D-263E-5B86-4BE7-BBF9A9A89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SMASH Education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C64087-557C-92F4-EC07-44C3E0FE8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F9AFA-57D5-40A1-9B22-CDBDD59F5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773819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9B006-8492-7C6B-0C83-205B1303F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301FF4-8DAF-AABE-7D7F-2C9928D8AE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52085A-BDB2-8488-21E1-C4BFF5376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06ED9A-2B0A-9506-46DF-9C4EA664C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3C0AA-E0C1-45B1-B2ED-CB3EE6A54F9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C4D31-22FD-2AA1-6C04-DFA192305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SMASH Education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F3300-BC30-DD19-273A-63FEE39E4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F9AFA-57D5-40A1-9B22-CDBDD59F5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785292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7B942-6FAE-F59C-5E9E-224AD38D7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193E7A-10FA-9ED5-99BD-FEC382D04D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E8810-805D-83DB-8348-BBEF2738D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3C0AA-E0C1-45B1-B2ED-CB3EE6A54F9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36920-7064-D72C-1C5F-7548F2D34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SMASH Education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1D847-1E57-E4EF-7AF8-D4035B153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F9AFA-57D5-40A1-9B22-CDBDD59F5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930383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ABE515-C3EC-C1C3-3C00-6772F5E97E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0E7B94-E25C-BB53-558E-5ACFD1A158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167EF-C4CB-A1AA-F568-ECB94DF15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3C0AA-E0C1-45B1-B2ED-CB3EE6A54F9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50A4F-C218-1312-7F94-2CD0A92EB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SMASH Education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D8370-038D-EDA5-0E80-BBF57A387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F9AFA-57D5-40A1-9B22-CDBDD59F5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625629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F8075B-DF50-F7B4-6F66-78637B888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9ABEDD-7C08-F651-A8DC-E12796200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DC720-3F1A-2005-6B87-4ED0593BC4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F3C0AA-E0C1-45B1-B2ED-CB3EE6A54F9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6ECC5-3DF1-D147-7270-CAC544C41B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SMASH Education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C5B70-C399-5DA7-FA11-4AAE905BF8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EF9AFA-57D5-40A1-9B22-CDBDD59F5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760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login.smasheducation.com/login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EF23E3-03F8-CB87-A5B0-0EA5B40B7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F0604D7-9886-FBFD-1A73-18C143304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576D0FB-8BED-4F6B-92C2-10F8643AF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9645F-78BD-1AAD-91C5-CB2D40494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Access your Account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1CCFD21-29E3-2797-CF1E-248C1A920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33843-255E-8584-0A2F-BADAB4237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7272" y="319089"/>
            <a:ext cx="7694876" cy="5900736"/>
          </a:xfrm>
        </p:spPr>
        <p:txBody>
          <a:bodyPr anchor="ctr"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ptos" panose="020B0004020202020204" pitchFamily="34" charset="0"/>
              </a:rPr>
              <a:t>Use Google Chrome to go to: </a:t>
            </a:r>
            <a:r>
              <a:rPr lang="en-US" b="1" u="sng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https://login.smasheducation.com/login</a:t>
            </a:r>
            <a:r>
              <a:rPr lang="en-US" b="1" u="sng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</a:rPr>
              <a:t>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Aptos" panose="020B0004020202020204" pitchFamily="34" charset="0"/>
              </a:rPr>
              <a:t>Username</a:t>
            </a:r>
            <a:r>
              <a:rPr lang="en-US" sz="2800" dirty="0">
                <a:latin typeface="Aptos" panose="020B0004020202020204" pitchFamily="34" charset="0"/>
              </a:rPr>
              <a:t>: your university email address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Aptos" panose="020B0004020202020204" pitchFamily="34" charset="0"/>
              </a:rPr>
              <a:t>Password</a:t>
            </a:r>
            <a:r>
              <a:rPr lang="en-US" sz="2800" dirty="0">
                <a:latin typeface="Aptos" panose="020B0004020202020204" pitchFamily="34" charset="0"/>
              </a:rPr>
              <a:t>: smash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4FB78-418A-5543-6E52-F5274E9DB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F9AFA-57D5-40A1-9B22-CDBDD59F5748}" type="slidenum">
              <a:rPr lang="en-US" smtClean="0"/>
              <a:t>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7D16D-5AF6-B779-D2B7-0DAFF7001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SMASH Education</a:t>
            </a:r>
          </a:p>
        </p:txBody>
      </p:sp>
    </p:spTree>
    <p:extLst>
      <p:ext uri="{BB962C8B-B14F-4D97-AF65-F5344CB8AC3E}">
        <p14:creationId xmlns:p14="http://schemas.microsoft.com/office/powerpoint/2010/main" val="866842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EF23E3-03F8-CB87-A5B0-0EA5B40B7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F0604D7-9886-FBFD-1A73-18C143304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576D0FB-8BED-4F6B-92C2-10F8643AF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9645F-78BD-1AAD-91C5-CB2D40494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436" y="2455479"/>
            <a:ext cx="3200400" cy="17316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Payment 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1CCFD21-29E3-2797-CF1E-248C1A920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33843-255E-8584-0A2F-BADAB4237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9011" y="450866"/>
            <a:ext cx="8011438" cy="4814388"/>
          </a:xfrm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3200" b="1" dirty="0">
                <a:latin typeface="Aptos"/>
              </a:rPr>
              <a:t>Use Google Chrome to use the lab.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3200" b="1" dirty="0">
                <a:latin typeface="Aptos"/>
              </a:rPr>
              <a:t>Cost is $35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Don’t panic when the system shows the amount as </a:t>
            </a:r>
            <a:r>
              <a:rPr lang="en-US" sz="3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$48 CAD</a:t>
            </a:r>
            <a:r>
              <a:rPr lang="en-US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</a:t>
            </a:r>
            <a:r>
              <a:rPr lang="en-US" sz="3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Canadian dollars)</a:t>
            </a:r>
            <a:r>
              <a:rPr lang="en-US" sz="3200" b="1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actual amount charged is </a:t>
            </a:r>
            <a:r>
              <a:rPr lang="en-US" sz="3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$35</a:t>
            </a:r>
            <a:r>
              <a:rPr lang="en-US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USD.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4FB78-418A-5543-6E52-F5274E9DB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F9AFA-57D5-40A1-9B22-CDBDD59F5748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7D16D-5AF6-B779-D2B7-0DAFF7001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SMASH Education</a:t>
            </a:r>
          </a:p>
        </p:txBody>
      </p:sp>
    </p:spTree>
    <p:extLst>
      <p:ext uri="{BB962C8B-B14F-4D97-AF65-F5344CB8AC3E}">
        <p14:creationId xmlns:p14="http://schemas.microsoft.com/office/powerpoint/2010/main" val="259528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CFB9204-EF56-571B-0811-C037536DA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182650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Before You Start The Diagnostic Test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00E077-B173-F7EB-83BA-3D4641E83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SMASH Education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416E48-25F6-40A8-D3AA-1B61B2BF7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CEF9AFA-57D5-40A1-9B22-CDBDD59F5748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98AE1631-6BD4-4E83-659E-D5967F9EFA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4010339"/>
              </p:ext>
            </p:extLst>
          </p:nvPr>
        </p:nvGraphicFramePr>
        <p:xfrm>
          <a:off x="528066" y="2347414"/>
          <a:ext cx="11132820" cy="38724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5962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9A0E1F7-73A2-C2C9-A991-ED811193A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SMASH Education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76F371-3C7E-7B7D-9ED3-1C4CB2918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CEF9AFA-57D5-40A1-9B22-CDBDD59F5748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87EFA4C7-45FA-81E3-A550-28E6947537E4}"/>
              </a:ext>
            </a:extLst>
          </p:cNvPr>
          <p:cNvSpPr txBox="1">
            <a:spLocks/>
          </p:cNvSpPr>
          <p:nvPr/>
        </p:nvSpPr>
        <p:spPr>
          <a:xfrm>
            <a:off x="838200" y="401221"/>
            <a:ext cx="10515600" cy="77656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/>
              <a:t>During The Diagnostic Test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4DDFE4A4-A85D-5DE8-A5E7-19F6CCF5FF4F}"/>
              </a:ext>
            </a:extLst>
          </p:cNvPr>
          <p:cNvSpPr txBox="1">
            <a:spLocks/>
          </p:cNvSpPr>
          <p:nvPr/>
        </p:nvSpPr>
        <p:spPr>
          <a:xfrm>
            <a:off x="506186" y="1177786"/>
            <a:ext cx="11332028" cy="46351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"/>
            </a:pPr>
            <a:r>
              <a:rPr lang="en-US" dirty="0">
                <a:ea typeface="Aptos" panose="020B0004020202020204" pitchFamily="34" charset="0"/>
                <a:cs typeface="Arial" panose="020B0604020202020204" pitchFamily="34" charset="0"/>
              </a:rPr>
              <a:t>Students that do not</a:t>
            </a:r>
            <a:r>
              <a:rPr lang="en-US" b="1" dirty="0">
                <a:ea typeface="Aptos" panose="020B0004020202020204" pitchFamily="34" charset="0"/>
                <a:cs typeface="Arial" panose="020B0604020202020204" pitchFamily="34" charset="0"/>
              </a:rPr>
              <a:t> finish the test</a:t>
            </a:r>
            <a:r>
              <a:rPr lang="en-US" dirty="0">
                <a:ea typeface="Aptos" panose="020B0004020202020204" pitchFamily="34" charset="0"/>
                <a:cs typeface="Arial" panose="020B0604020202020204" pitchFamily="34" charset="0"/>
              </a:rPr>
              <a:t> because of an interruption, need to log in to their account again and look for an orange button that says </a:t>
            </a:r>
            <a:r>
              <a:rPr lang="en-US" b="1" dirty="0">
                <a:ea typeface="Aptos" panose="020B0004020202020204" pitchFamily="34" charset="0"/>
                <a:cs typeface="Arial" panose="020B0604020202020204" pitchFamily="34" charset="0"/>
              </a:rPr>
              <a:t>RESUME TEST. 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"/>
            </a:pPr>
            <a:r>
              <a:rPr lang="en-US" dirty="0">
                <a:ea typeface="Aptos" panose="020B0004020202020204" pitchFamily="34" charset="0"/>
                <a:cs typeface="Arial" panose="020B0604020202020204" pitchFamily="34" charset="0"/>
              </a:rPr>
              <a:t>If that button does not respond, </a:t>
            </a:r>
            <a:r>
              <a:rPr lang="en-US" b="1" dirty="0">
                <a:ea typeface="Aptos" panose="020B0004020202020204" pitchFamily="34" charset="0"/>
                <a:cs typeface="Arial" panose="020B0604020202020204" pitchFamily="34" charset="0"/>
              </a:rPr>
              <a:t>you will need to start the test again. 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"/>
            </a:pPr>
            <a:r>
              <a:rPr lang="en-US" dirty="0">
                <a:ea typeface="Aptos" panose="020B0004020202020204" pitchFamily="34" charset="0"/>
                <a:cs typeface="Arial" panose="020B0604020202020204" pitchFamily="34" charset="0"/>
              </a:rPr>
              <a:t>If you believe that your placement is not what you expected after you finish the test, you will need to start the test from the beginning.  </a:t>
            </a:r>
          </a:p>
        </p:txBody>
      </p:sp>
    </p:spTree>
    <p:extLst>
      <p:ext uri="{BB962C8B-B14F-4D97-AF65-F5344CB8AC3E}">
        <p14:creationId xmlns:p14="http://schemas.microsoft.com/office/powerpoint/2010/main" val="4176831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C20D4C-B470-CA23-D019-3479CEC8E5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 dirty="0"/>
              <a:t>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CD85AE-24CA-9E74-2EB4-70496DAD5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SMASH Education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11B8D9-E7BE-225F-84C2-3F13CCF17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F9AFA-57D5-40A1-9B22-CDBDD59F5748}" type="slidenum">
              <a:rPr lang="en-US" smtClean="0"/>
              <a:t>5</a:t>
            </a:fld>
            <a:endParaRPr lang="en-US"/>
          </a:p>
        </p:txBody>
      </p:sp>
      <p:pic>
        <p:nvPicPr>
          <p:cNvPr id="11" name="Picture 10" descr="A close-up of a paper&#10;&#10;AI-generated content may be incorrect.">
            <a:extLst>
              <a:ext uri="{FF2B5EF4-FFF2-40B4-BE49-F238E27FC236}">
                <a16:creationId xmlns:a16="http://schemas.microsoft.com/office/drawing/2014/main" id="{D83C5245-1C9B-9A9F-804F-30E5F621D1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4765" y="32657"/>
            <a:ext cx="5314187" cy="6763812"/>
          </a:xfrm>
          <a:prstGeom prst="rect">
            <a:avLst/>
          </a:prstGeom>
        </p:spPr>
      </p:pic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4DDFE4A4-A85D-5DE8-A5E7-19F6CCF5FF4F}"/>
              </a:ext>
            </a:extLst>
          </p:cNvPr>
          <p:cNvSpPr txBox="1">
            <a:spLocks/>
          </p:cNvSpPr>
          <p:nvPr/>
        </p:nvSpPr>
        <p:spPr>
          <a:xfrm>
            <a:off x="270184" y="571500"/>
            <a:ext cx="6457187" cy="588528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/>
              <a:t>The </a:t>
            </a:r>
            <a:r>
              <a:rPr lang="en-US" sz="2800" b="1" dirty="0"/>
              <a:t>diagnostic test </a:t>
            </a:r>
            <a:r>
              <a:rPr lang="en-US" sz="2800" dirty="0"/>
              <a:t>serves as a </a:t>
            </a:r>
            <a:r>
              <a:rPr lang="en-US" sz="2800" b="1" dirty="0"/>
              <a:t>placement tool</a:t>
            </a:r>
            <a:r>
              <a:rPr lang="en-US" sz="2800" dirty="0"/>
              <a:t>.</a:t>
            </a:r>
          </a:p>
          <a:p>
            <a:pPr lvl="1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b="1" dirty="0"/>
              <a:t>CEFR</a:t>
            </a:r>
            <a:r>
              <a:rPr lang="en-US" sz="2800" dirty="0"/>
              <a:t> - Common European Framework of Reference for Languages</a:t>
            </a:r>
          </a:p>
          <a:p>
            <a:pPr lvl="1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/>
              <a:t>Missions are assigned based on the  proficiency revealed after the test. </a:t>
            </a:r>
          </a:p>
          <a:p>
            <a:pPr lvl="1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/>
              <a:t>The levels we are using: </a:t>
            </a:r>
            <a:r>
              <a:rPr lang="en-US" sz="2800" b="1" dirty="0"/>
              <a:t>A, B, </a:t>
            </a:r>
            <a:r>
              <a:rPr lang="en-US" sz="2800" dirty="0"/>
              <a:t>and </a:t>
            </a:r>
            <a:r>
              <a:rPr lang="en-US" sz="2800" b="1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972196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9A0E1F7-73A2-C2C9-A991-ED811193A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SMASH Education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76F371-3C7E-7B7D-9ED3-1C4CB2918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CEF9AFA-57D5-40A1-9B22-CDBDD59F5748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87EFA4C7-45FA-81E3-A550-28E6947537E4}"/>
              </a:ext>
            </a:extLst>
          </p:cNvPr>
          <p:cNvSpPr txBox="1">
            <a:spLocks/>
          </p:cNvSpPr>
          <p:nvPr/>
        </p:nvSpPr>
        <p:spPr>
          <a:xfrm>
            <a:off x="838200" y="401221"/>
            <a:ext cx="10515600" cy="77656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/>
              <a:t>During The Diagnostic Test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4DDFE4A4-A85D-5DE8-A5E7-19F6CCF5FF4F}"/>
              </a:ext>
            </a:extLst>
          </p:cNvPr>
          <p:cNvSpPr txBox="1">
            <a:spLocks/>
          </p:cNvSpPr>
          <p:nvPr/>
        </p:nvSpPr>
        <p:spPr>
          <a:xfrm>
            <a:off x="506186" y="1177786"/>
            <a:ext cx="11332028" cy="46351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"/>
            </a:pPr>
            <a:r>
              <a:rPr lang="en-US" dirty="0">
                <a:ea typeface="Aptos" panose="020B0004020202020204" pitchFamily="34" charset="0"/>
                <a:cs typeface="Arial" panose="020B0604020202020204" pitchFamily="34" charset="0"/>
              </a:rPr>
              <a:t>Students that do not</a:t>
            </a:r>
            <a:r>
              <a:rPr lang="en-US" b="1" dirty="0">
                <a:ea typeface="Aptos" panose="020B0004020202020204" pitchFamily="34" charset="0"/>
                <a:cs typeface="Arial" panose="020B0604020202020204" pitchFamily="34" charset="0"/>
              </a:rPr>
              <a:t> finish the test</a:t>
            </a:r>
            <a:r>
              <a:rPr lang="en-US" dirty="0">
                <a:ea typeface="Aptos" panose="020B0004020202020204" pitchFamily="34" charset="0"/>
                <a:cs typeface="Arial" panose="020B0604020202020204" pitchFamily="34" charset="0"/>
              </a:rPr>
              <a:t> because of an interruption, need to log in to their account again and look for an orange button that says </a:t>
            </a:r>
            <a:r>
              <a:rPr lang="en-US" b="1" dirty="0">
                <a:ea typeface="Aptos" panose="020B0004020202020204" pitchFamily="34" charset="0"/>
                <a:cs typeface="Arial" panose="020B0604020202020204" pitchFamily="34" charset="0"/>
              </a:rPr>
              <a:t>RESUME TEST. 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"/>
            </a:pPr>
            <a:r>
              <a:rPr lang="en-US" dirty="0">
                <a:ea typeface="Aptos" panose="020B0004020202020204" pitchFamily="34" charset="0"/>
                <a:cs typeface="Arial" panose="020B0604020202020204" pitchFamily="34" charset="0"/>
              </a:rPr>
              <a:t>If that button does not respond, </a:t>
            </a:r>
            <a:r>
              <a:rPr lang="en-US" b="1" dirty="0">
                <a:ea typeface="Aptos" panose="020B0004020202020204" pitchFamily="34" charset="0"/>
                <a:cs typeface="Arial" panose="020B0604020202020204" pitchFamily="34" charset="0"/>
              </a:rPr>
              <a:t>you will need to start the test again. 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"/>
            </a:pPr>
            <a:r>
              <a:rPr lang="en-US" dirty="0">
                <a:ea typeface="Aptos" panose="020B0004020202020204" pitchFamily="34" charset="0"/>
                <a:cs typeface="Arial" panose="020B0604020202020204" pitchFamily="34" charset="0"/>
              </a:rPr>
              <a:t>If you believe that your placement is not what you expected after you finish the test, you will need to start the test from the beginning.  </a:t>
            </a:r>
          </a:p>
        </p:txBody>
      </p:sp>
    </p:spTree>
    <p:extLst>
      <p:ext uri="{BB962C8B-B14F-4D97-AF65-F5344CB8AC3E}">
        <p14:creationId xmlns:p14="http://schemas.microsoft.com/office/powerpoint/2010/main" val="3221915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324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Wingdings</vt:lpstr>
      <vt:lpstr>Office Theme</vt:lpstr>
      <vt:lpstr>Access your Account</vt:lpstr>
      <vt:lpstr>Payment </vt:lpstr>
      <vt:lpstr>Before You Start The Diagnostic Test</vt:lpstr>
      <vt:lpstr>PowerPoint Presentation</vt:lpstr>
      <vt:lpstr>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HIRAMYS SANTIAGO RAMIREZ</dc:creator>
  <cp:lastModifiedBy>Tim O'Hagan</cp:lastModifiedBy>
  <cp:revision>239</cp:revision>
  <dcterms:created xsi:type="dcterms:W3CDTF">2025-08-18T21:01:01Z</dcterms:created>
  <dcterms:modified xsi:type="dcterms:W3CDTF">2026-03-05T23:08:49Z</dcterms:modified>
</cp:coreProperties>
</file>